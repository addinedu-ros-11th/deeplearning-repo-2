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지능형 CCTV 기반 응급·비상 상황 감지 시스템 발표 자료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---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시작하며: 왜 지능형 CCTV인가?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b="1"/>
            </a:pPr>
            <a:r>
              <a:t>전통적인 CCTV의 한계</a:t>
            </a:r>
          </a:p>
          <a:p>
            <a:pPr lvl="1"/>
            <a:r>
              <a:t>- **사후 확인 위주**: 사건 발생 후 영상을 돌려보는 수동적 대응.</a:t>
            </a:r>
          </a:p>
          <a:p>
            <a:pPr lvl="1"/>
            <a:r>
              <a:t>- **실시간 대응 부재**: 관리 인력이 24시간 모니터링하기 어려워 즉각적인 조치 곤란.</a:t>
            </a:r>
          </a:p>
          <a:p>
            <a:pPr lvl="1"/>
            <a:r>
              <a:t>- **사각지대 존재**: 건물 복도, 창고, 야간 시간대 등 관리 공백 발생.</a:t>
            </a:r>
          </a:p>
          <a:p>
            <a:pPr>
              <a:defRPr b="1"/>
            </a:pPr>
            <a:r>
              <a:t>지능형 CCTV의 필요성</a:t>
            </a:r>
          </a:p>
          <a:p>
            <a:pPr lvl="1"/>
            <a:r>
              <a:t>- **능동적 감지**: 딥러닝 영상 분석을 통해 시스템이 스스로 위험 상황을 인지.</a:t>
            </a:r>
          </a:p>
          <a:p>
            <a:pPr lvl="1"/>
            <a:r>
              <a:t>- **즉각적 대응 지원**: 침입, 낙상, 화재 등 응급 상황 발생 시 실시간 경보.</a:t>
            </a:r>
          </a:p>
          <a:p>
            <a:pPr lvl="1"/>
            <a:r>
              <a:t>- **안전 관리 자동화**: 인력 기반 감시의 한계를 보완하고 예방 중심의 안전 환경 구축.</a:t>
            </a:r>
          </a:p>
          <a:p>
            <a:pPr lvl="1"/>
            <a:r>
              <a:t>&lt;br&gt;</a:t>
            </a:r>
          </a:p>
          <a:p>
            <a:pPr lvl="1"/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프로젝트 목표 및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b="1"/>
            </a:pPr>
            <a:r>
              <a:t>최종 목표</a:t>
            </a:r>
          </a:p>
          <a:p>
            <a:pPr lvl="1"/>
            <a:r>
              <a:t>&gt; 소규모 공간의 사각지대에 설치 가능한 지능형 CCTV 시스템을 개발하여, **응급 및 비상 상황을 자동으로 감지**하고 신속한 대응을 지원합니다.</a:t>
            </a:r>
          </a:p>
          <a:p>
            <a:pPr>
              <a:defRPr b="1"/>
            </a:pPr>
            <a:r>
              <a:t>주요 기능</a:t>
            </a:r>
          </a:p>
          <a:p>
            <a:pPr lvl="1"/>
            <a:r>
              <a:t>1.  **얼굴 인식 (Face ID)**: 등록된 인원과 외부인을 식별하여 출입 통제 및 보안 강화.</a:t>
            </a:r>
          </a:p>
          <a:p>
            <a:pPr lvl="1"/>
            <a:r>
              <a:t>2.  **쓰러짐 (낙상) 감지**: 사람의 자세를 분석하여 낙상과 같은 응급 상황을 즉시 감지.</a:t>
            </a:r>
          </a:p>
          <a:p>
            <a:pPr lvl="1"/>
            <a:r>
              <a:t>3.  **화재 조기 감지**: 영상 내 불꽃, 연기 등 위험 요소를 탐지하여 화재 예방.</a:t>
            </a:r>
          </a:p>
          <a:p>
            <a:pPr>
              <a:defRPr b="1"/>
            </a:pPr>
            <a:r>
              <a:t>프로젝트 이름: 관심법 (觀心法)</a:t>
            </a:r>
          </a:p>
          <a:p>
            <a:pPr lvl="1"/>
            <a:r>
              <a:t>- "궁예"의 상대방의 마음을 읽는 능력처럼, CCTV가 영상 속 상황의 맥락을 읽어낸다는 의미를 담은 프로젝트 명입니다.</a:t>
            </a:r>
          </a:p>
          <a:p>
            <a:pPr lvl="1"/>
            <a:r>
              <a:t>&lt;p align="center"&gt;</a:t>
            </a:r>
          </a:p>
          <a:p>
            <a:pPr lvl="1"/>
            <a:r>
              <a:t>&lt;img src="mind_reading.png" alt="관심법 로고" width="220" /&gt;</a:t>
            </a:r>
          </a:p>
          <a:p>
            <a:pPr lvl="1"/>
            <a:r>
              <a:t>&lt;/p&gt;</a:t>
            </a:r>
          </a:p>
          <a:p>
            <a:pPr lvl="1"/>
            <a:r>
              <a:t>&lt;br&gt;</a:t>
            </a:r>
          </a:p>
          <a:p>
            <a:pPr lvl="1"/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시스템 구성 및 기술 스택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b="1"/>
            </a:pPr>
            <a:r>
              <a:t>핵심 기술: YOLO (You Only Look Once)</a:t>
            </a:r>
          </a:p>
          <a:p>
            <a:pPr lvl="1"/>
            <a:r>
              <a:t>- **실시간 객체 탐지**: 빠른 속도와 높은 정확도를 자랑하는 YOLO 모델을 기본 프레임워크로 채택.</a:t>
            </a:r>
          </a:p>
          <a:p>
            <a:pPr lvl="1"/>
            <a:r>
              <a:t>- **다양한 모델 활용**:</a:t>
            </a:r>
          </a:p>
          <a:p>
            <a:pPr lvl="1"/>
            <a:r>
              <a:t>- **YOLO-Pose**: 사람의 주요 관절(Keypoint)을 탐지하여 자세 추정. (→ 낙상 감지)</a:t>
            </a:r>
          </a:p>
          <a:p>
            <a:pPr lvl="1"/>
            <a:r>
              <a:t>- **YOLOv8**: 일반 객체 탐지 모델을 활용하여 얼굴, 불꽃, 연기 등 탐지. (→ 얼굴 인식, 화재 감지)</a:t>
            </a:r>
          </a:p>
          <a:p>
            <a:pPr>
              <a:defRPr b="1"/>
            </a:pPr>
            <a:r>
              <a:t>데이터셋</a:t>
            </a:r>
          </a:p>
          <a:p>
            <a:pPr lvl="1"/>
            <a:r>
              <a:t>- **쓰러짐/낙상**: `Simuletic Synthetic Fall &amp; Incident Detection Dataset`</a:t>
            </a:r>
          </a:p>
          <a:p>
            <a:pPr lvl="1"/>
            <a:r>
              <a:t>- 컴퓨터 그래픽으로 생성된 합성 데이터셋 (CC BY 4.0 라이선스).</a:t>
            </a:r>
          </a:p>
          <a:p>
            <a:pPr lvl="1"/>
            <a:r>
              <a:t>- 실제 사람의 민감한 정보 없이 안전하게 모델 학습.</a:t>
            </a:r>
          </a:p>
          <a:p>
            <a:pPr lvl="1"/>
            <a:r>
              <a:t>- **자체 데이터**: 얼굴 등록 등을 위한 이미지 데이터 수집 및 활용.</a:t>
            </a:r>
          </a:p>
          <a:p>
            <a:pPr lvl="1"/>
            <a:r>
              <a:t>&lt;br&gt;</a:t>
            </a:r>
          </a:p>
          <a:p>
            <a:pPr lvl="1"/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핵심 기능 시연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b="1"/>
            </a:pPr>
            <a:r>
              <a:t>기능 1: 얼굴 인식 (Face ID)</a:t>
            </a:r>
          </a:p>
          <a:p>
            <a:pPr lvl="1"/>
            <a:r>
              <a:t>- **동작 방식**:</a:t>
            </a:r>
          </a:p>
          <a:p>
            <a:pPr lvl="1"/>
            <a:r>
              <a:t>1. 카메라 영상에서 실시간으로 얼굴 검출.</a:t>
            </a:r>
          </a:p>
          <a:p>
            <a:pPr lvl="1"/>
            <a:r>
              <a:t>2. 사전 등록된 데이터베이스와 얼굴 특징 비교.</a:t>
            </a:r>
          </a:p>
          <a:p>
            <a:pPr lvl="1"/>
            <a:r>
              <a:t>3. 유사도 점수를 기반으로 신원 확인 (직원, 방문객, 외부인 등).</a:t>
            </a:r>
          </a:p>
          <a:p>
            <a:pPr lvl="1"/>
            <a:r>
              <a:t>4. 미등록자 발견 시 이벤트 로그 및 영상 클립 저장.</a:t>
            </a:r>
          </a:p>
          <a:p>
            <a:pPr lvl="1"/>
            <a:r>
              <a:t>- **POC 앱**: Flask 기반 웹 애플리케이션으로 구현.</a:t>
            </a:r>
          </a:p>
          <a:p>
            <a:pPr lvl="1"/>
            <a:r>
              <a:t>- `/register`: 얼굴 등록 페이지</a:t>
            </a:r>
          </a:p>
          <a:p>
            <a:pPr lvl="1"/>
            <a:r>
              <a:t>- `/ai-logs`: 감지 이벤트 확인 페이지</a:t>
            </a:r>
          </a:p>
          <a:p>
            <a:pPr>
              <a:defRPr b="1"/>
            </a:pPr>
            <a:r>
              <a:t>기능 2: 쓰러짐(낙상) 감지</a:t>
            </a:r>
          </a:p>
          <a:p>
            <a:pPr lvl="1"/>
            <a:r>
              <a:t>- **동작 방식**:</a:t>
            </a:r>
          </a:p>
          <a:p>
            <a:pPr lvl="1"/>
            <a:r>
              <a:t>1. YOLO-Pose 모델이 영상 속 모든 사람의 자세를 실시간으로 추론.</a:t>
            </a:r>
          </a:p>
          <a:p>
            <a:pPr lvl="1"/>
            <a:r>
              <a:t>2. '누워있는(laying)' 상태로 판단되는 자세가 일정 시간 이상 지속될 경우 '쓰러짐'으로 감지.</a:t>
            </a:r>
          </a:p>
          <a:p>
            <a:pPr lvl="1"/>
            <a:r>
              <a:t>3. 이벤트 발생 시점의 영상 클립을 자동으로 저장하여 관리자가 상황 재확인 가능.</a:t>
            </a:r>
          </a:p>
          <a:p>
            <a:pPr lvl="1"/>
            <a:r>
              <a:t>&lt;p align="center"&gt;</a:t>
            </a:r>
          </a:p>
          <a:p>
            <a:pPr lvl="1"/>
            <a:r>
              <a:t>&lt;img src="runs/train/cctv_fall_laying_pose_v8n/val_batch0_pred.jpg" loading="lazy" width="600" /&gt;</a:t>
            </a:r>
          </a:p>
          <a:p>
            <a:pPr lvl="1"/>
            <a:r>
              <a:t>&lt;br&gt;</a:t>
            </a:r>
          </a:p>
          <a:p>
            <a:pPr lvl="1"/>
            <a:r>
              <a:t>&lt;small&gt;YOLO-Pose를 이용한 자세 추정 및 쓰러짐 예측 결과&lt;/small&gt;</a:t>
            </a:r>
          </a:p>
          <a:p>
            <a:pPr lvl="1"/>
            <a:r>
              <a:t>&lt;/p&gt;</a:t>
            </a:r>
          </a:p>
          <a:p>
            <a:pPr lvl="1"/>
            <a:r>
              <a:t>&lt;br&gt;</a:t>
            </a:r>
          </a:p>
          <a:p>
            <a:pPr lvl="1"/>
            <a: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기대 효과 및 결론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b="1"/>
            </a:pPr>
            <a:r>
              <a:t>기대 효과</a:t>
            </a:r>
          </a:p>
          <a:p>
            <a:pPr lvl="1"/>
            <a:r>
              <a:t>- **안전 관리 효율 증대**: 사각지대 및 무인 공간의 모니터링을 자동화하여 관리 부담 감소.</a:t>
            </a:r>
          </a:p>
          <a:p>
            <a:pPr lvl="1"/>
            <a:r>
              <a:t>- **신속한 초동 대응**: 응급 상황 발생 시 골든타임 확보 및 피해 최소화.</a:t>
            </a:r>
          </a:p>
          <a:p>
            <a:pPr lvl="1"/>
            <a:r>
              <a:t>- **기술 내재화**: 딥러닝 영상 분석 기술의 실제 적용 경험을 통해 팀 역량 강화.</a:t>
            </a:r>
          </a:p>
          <a:p>
            <a:pPr>
              <a:defRPr b="1"/>
            </a:pPr>
            <a:r>
              <a:t>결론</a:t>
            </a:r>
          </a:p>
          <a:p>
            <a:pPr lvl="1"/>
            <a:r>
              <a:t>&gt; 본 프로젝트는 **YOLO 기반의 딥러닝 모델**을 활용하여 기존 CCTV의 수동적 한계를 극복하고, **능동적인 실시간 위험 감지 시스템**의 구현 가능성을 성공적으로 검증했습니다. '관심법' 시스템을 통해 더 안전한 환경을 만드는 기술적 기반을 마련했습니다.</a:t>
            </a:r>
          </a:p>
          <a:p>
            <a:pPr lvl="1"/>
            <a:r>
              <a:t>&lt;br&gt;</a:t>
            </a:r>
          </a:p>
          <a:p>
            <a:pPr lvl="1"/>
            <a: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 &amp;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/>
            <a:r>
              <a:t>**질문과 답변**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